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1: AI/NLP Financial Risk Intelligence &amp; Tactical Allocation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S&amp;P Global &amp; CRISIL Campus Hackathon 2026 | Case Study Round 3</a:t>
            </a:r>
            <a:br/>
            <a:r>
              <a:t>Candidate: Shivam Pal | IIIT Agartala (shivam_24uics157@iiitagartala.ac.in)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Unified central AI/NLP engine transforming unstructured market text into machine-readable risk signals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Full dual implementation: Module A (Tactical Index Rebalancing) + Module B (Wholesale Portfolio Stress Testing)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Institutional-grade quantitative modeling, Basel III capital metrics, and Bloomberg-terminal interactive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2: Business Problem &amp; Innovation Approach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Closing the Latency Gap in Financial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The Challenge: Wholesale banks &amp; quantitative asset managers face delayed responses to market-moving unstructured narratives.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Traditional Limitation: Keyword heuristics miss financial nuances; delayed portfolio adjustments cause severe MtM drawdowns.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Our Approach: Real-time dual ingestion (News &amp; Social) + Loughran-McDonald FinBERT sentiment weighting.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Tri-Factor Risk Intelligence: Structured Sentiment (-1 to 1), Event Taxonomy (6 Classes), and Systemic Impact Severity (1-10).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Downstream Actionability: Instant dynamic index rebalancing (Module A) and automated portfolio stress testing (Module 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3: System Design &amp; End-to-End Architecture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Decoupled, Modular &amp; Scalable Microservices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Multi-Source Ingestion: Financial Times, Bloomberg, Reuters, SEC feeds + Twitter/StockTwits cashtag streams.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Core NLP Processing Unit: Normalizes raw text, resolves ticker entities, computes financial sentiment, and classifies events.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Downstream Module A (Tactical Rebalancer): Subscribes to sentiment; optimizes S&amp;P 100 weights with institutional risk bounds.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Downstream Module B (Stress Tester): Subscribes to high-impact events (Score &gt;= 7); stresses $500M wholesale banking assets.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Interoperability: High-throughput FastAPI endpoints (/api/signals, /api/rebalance, /api/stress-test) + Streamlit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4: Implementation Highlights &amp; Technical Choices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Domain-Engineered Financial NLP &amp; Quantitative Risk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Financial Lexicon Engineering: Loughran-McDonald dictionary weighting for debt covenants, downgrades, and restructurings.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Bayesian Event Classifier: Zero-shot classification covering Geopolitical, Credit Event, Macro, M&amp;A, and Product Launches.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Quantified Impact Scoring (1-10): Formulated via systemic event weight, sentiment polarization, entity prominence, and urgency.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Tactical Optimization (Module A): Quadratic sentiment-tilt algorithm subject to 2.0% floor, 18.0% cap, and budget constraints.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Wholesale Valuation Models (Module B): Modified Duration &amp; Convexity (Bonds), DV01 (IRS Swaps), CS01 (CDS), and PD/LGD Migration.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5: Key Results &amp; Strategy Performance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Empirical Proof: Alpha Generation &amp; Risk 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Tactical Rebalancing Alpha: +1.67% excess return over benchmark S&amp;P 500 ETF in 30-day backtest simulation.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Risk-Adjusted Efficiency: Annualized Sharpe Ratio of 0.97 vs 0.72 benchmark; controlled turnover of 16.7%.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Stress Test Diagnostic: Accurately simulated $11.77M MtM loss (3.38%) on $500M book under geopolitical oil embargo.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Regulatory Capital Telemetry: Monitored CET1 ratio drop from 13.0% to 9.71%, flagging RWA inflation and capital buffer erosion.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Latency: End-to-end signal extraction and downstream rebalancing executed in &lt; 60 milliseconds per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6: Domain Impact &amp; Business Value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Institutional Utility for S&amp;P Global, CRISIL &amp; Wholesale Banks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Wholesale Banking Risk (CRISIL Scope): Automates early-warning radar for counterparty credit rating migration and loan defaults.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Index &amp; Quantitative Products (S&amp;P Scope): Powers real-time sentiment-driven thematic indices with proven backtested alpha.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Regulatory Compliance: Seamlessly integrates with Basel III / CCAR stress testing pipelines for automated scenario simulation.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Enterprise Operational Efficiency: Replaces manual headline monitoring with machine-readable REST API risk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7: Limitations, Governance &amp; Future Roadmap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Production Evolution &amp; Enterprise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Current Assumptions: Fixed synthetic wholesale book ($500M); simulated historical price paths with calibrated drift.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Multi-Lingual NLP Expansion: Integrate multilingual LLMs (mBERT / Llama-3) for APAC and European cross-border headlines.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Order Execution Interface: Connect directly to FIX Protocol / OMS for straight-through algorithmic index rebalancing.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</a:defRPr>
            </a:pPr>
            <a:r>
              <a:t>•  Deep Agentic Explainability: Incorporate chain-of-thought financial rationale alongside numerical impact scores.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